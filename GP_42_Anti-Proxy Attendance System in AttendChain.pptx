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640080"/>
            <a:ext cx="822960" cy="822960"/>
          </a:xfrm>
          <a:prstGeom prst="ellipse">
            <a:avLst/>
          </a:prstGeom>
          <a:ln w="25400">
            <a:solidFill>
              <a:srgbClr val="C8A24B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28" y="640080"/>
            <a:ext cx="822960" cy="822960"/>
          </a:xfrm>
          <a:prstGeom prst="ellipse">
            <a:avLst/>
          </a:prstGeom>
          <a:ln w="25400">
            <a:solidFill>
              <a:srgbClr val="C8A24B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35056" y="640080"/>
            <a:ext cx="822960" cy="822960"/>
          </a:xfrm>
          <a:prstGeom prst="ellipse">
            <a:avLst/>
          </a:prstGeom>
          <a:ln w="25400">
            <a:solidFill>
              <a:srgbClr val="C8A24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01984" y="640080"/>
            <a:ext cx="822960" cy="822960"/>
          </a:xfrm>
          <a:prstGeom prst="ellipse">
            <a:avLst/>
          </a:prstGeom>
          <a:ln w="25400">
            <a:solidFill>
              <a:srgbClr val="C8A24B">
                <a:alpha val="3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6400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8A24B"/>
          </a:solidFill>
          <a:ln/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749808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E7C5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GP_42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00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</a:t>
            </a:r>
            <a:pPr indent="0" marL="0">
              <a:buNone/>
            </a:pPr>
            <a:r>
              <a:rPr lang="en-US" sz="62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97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2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Blockchain-Based Anti-Proxy Attendance System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46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that can’t be faked, edited, or deleted.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931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· GP_42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297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2A2519"/>
          </a:solidFill>
          <a:ln w="12700">
            <a:solidFill>
              <a:srgbClr val="A67C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EG/2021/4392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N. Akarshana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4297680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2A2519"/>
          </a:solidFill>
          <a:ln w="12700">
            <a:solidFill>
              <a:srgbClr val="A67C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EG/2021/4385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Adeesha M. G. 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956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2A2519"/>
          </a:solidFill>
          <a:ln w="12700">
            <a:solidFill>
              <a:srgbClr val="A67C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9560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EG/2021/4602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Karunarathne S. M. G. 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4956048"/>
            <a:ext cx="5212080" cy="548640"/>
          </a:xfrm>
          <a:prstGeom prst="roundRect">
            <a:avLst>
              <a:gd name="adj" fmla="val 16667"/>
            </a:avLst>
          </a:prstGeom>
          <a:solidFill>
            <a:srgbClr val="2A2519"/>
          </a:solidFill>
          <a:ln w="12700">
            <a:solidFill>
              <a:srgbClr val="A67C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9560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EG/2021/4794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Sellahewa I. 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4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Ethereum · Solidity · Hardhat · ethers.js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is easy to cheat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recorded on paper registers or apps controlled by a single authority. That creates three weaknesses — and no way to prove the record is honest: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4892040" cy="2926080"/>
          </a:xfrm>
          <a:prstGeom prst="roundRect">
            <a:avLst>
              <a:gd name="adj" fmla="val 3438"/>
            </a:avLst>
          </a:prstGeom>
          <a:solidFill>
            <a:srgbClr val="1C1A15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312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ISSUE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is only as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as whoever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holds it.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C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quietly changed — or completely invented — and no one can tell.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557784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89280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737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sign-ins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103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 student signs in for an absent friend. Registers can’t detect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0" y="2971800"/>
            <a:ext cx="557784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331012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1546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 records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paper sheet or central database can be altered after class, with no trace.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0" y="4389120"/>
            <a:ext cx="5577840" cy="123444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4727448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572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 proof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937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examiners must simply trust whoever keeps the data.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BLOCKCHAIN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math, not the middleman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30704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9672" y="2103120"/>
            <a:ext cx="822960" cy="82296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9672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6324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6616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written to a block, a record can’t be edited or deleted. Blocks are hash-linked, so any tampering is instantly detectable.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82264" y="1783080"/>
            <a:ext cx="2430704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86136" y="2103120"/>
            <a:ext cx="822960" cy="822960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8613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73704" y="306324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by key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665144" y="356616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signed with a private key. The signer’s address is the identity — impossible to forge without that key.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8728" y="1783080"/>
            <a:ext cx="2430704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2600" y="2103120"/>
            <a:ext cx="822960" cy="82296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8260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306324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56616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the chain and verify the records themselves. There is no hidden, editable database.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75191" y="1783080"/>
            <a:ext cx="2430704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9063" y="2103120"/>
            <a:ext cx="822960" cy="822960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9063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66631" y="306324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super-admin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258071" y="356616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contract’s rules bind everyone — even the deployer. No one can silently rewrite history.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0644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properties are exactly what a trustworthy attendance record needs.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simple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25146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86000"/>
            <a:ext cx="914400" cy="914400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316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84048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Enrols each student, binding their name and roll number to their own blockchain wallet.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30168" y="1965960"/>
            <a:ext cx="25146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0268" y="2286000"/>
            <a:ext cx="914400" cy="914400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0268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831336" y="384048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class session for a course, and closes it when the class ends.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117336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528816" y="1965960"/>
            <a:ext cx="2514600" cy="3429000"/>
          </a:xfrm>
          <a:prstGeom prst="roundRect">
            <a:avLst>
              <a:gd name="adj" fmla="val 4000"/>
            </a:avLst>
          </a:prstGeom>
          <a:solidFill>
            <a:srgbClr val="F6F3EA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28916" y="2286000"/>
            <a:ext cx="914400" cy="91440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28916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620256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729984" y="384048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their own attendance from their own wallet while the session is open.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015984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427464" y="1965960"/>
            <a:ext cx="2514600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27564" y="2286000"/>
            <a:ext cx="914400" cy="914400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27564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518904" y="3383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628632" y="3840480"/>
            <a:ext cx="21122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chain to verify exactly who attended — tamper-proof, no login needed.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66928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move:  </a:t>
            </a:r>
            <a:pPr algn="ctr" indent="0" marL="0">
              <a:buNone/>
            </a:pPr>
            <a:r>
              <a:rPr lang="en-US" sz="1450" i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only ever mark themselves — the contract credits the transaction signer, never anyone else.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a student 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66928" cy="566928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8013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783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clicks “Mark present.” Their wallet signs a transaction with its private key.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24328"/>
            <a:ext cx="566928" cy="566928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624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426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6243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signed transaction is sent to the AttendChain smart contract. The student is the msg.sender.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465576"/>
            <a:ext cx="566928" cy="566928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4655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4838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346557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runs its guards: is the caller registered? is the session open? not already marked?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306824"/>
            <a:ext cx="566928" cy="566928"/>
          </a:xfrm>
          <a:prstGeom prst="ellipse">
            <a:avLst/>
          </a:prstGeom>
          <a:solidFill>
            <a:srgbClr val="1C1A1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06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3251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43068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checks pass, the record is written, an AttendanceMarked event is emitted, and it’s mined into a block.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14807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148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66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514807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check fails, the whole transaction reverts — nothing is written, no half-updates.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0807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identity is the signer (msg.sender), there is no field to “mark someone else” — proxy attendance is impossible by design.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working dApp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075688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0116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Ethereum network automatically on load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898648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346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 a student with just a name + roll no — a wallet is assigned for them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721608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marks by name; the mark is signed by that student’s own wallet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544568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805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class roster and per-session attendee list, with wallets and timestamps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367528"/>
            <a:ext cx="310896" cy="310896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3035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verify a session — no login, fully transparent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23560" y="1874520"/>
            <a:ext cx="58978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874520"/>
            <a:ext cx="5897880" cy="457200"/>
          </a:xfrm>
          <a:prstGeom prst="roundRect">
            <a:avLst>
              <a:gd name="adj" fmla="val 20000"/>
            </a:avLst>
          </a:prstGeom>
          <a:solidFill>
            <a:srgbClr val="F6F3EA"/>
          </a:solidFill>
          <a:ln w="12700">
            <a:solidFill>
              <a:srgbClr val="E7E0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24728" y="2039112"/>
            <a:ext cx="137160" cy="137160"/>
          </a:xfrm>
          <a:prstGeom prst="ellipse">
            <a:avLst/>
          </a:prstGeom>
          <a:solidFill>
            <a:srgbClr val="D14B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2472" y="2039112"/>
            <a:ext cx="137160" cy="137160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0216" y="2039112"/>
            <a:ext cx="137160" cy="137160"/>
          </a:xfrm>
          <a:prstGeom prst="ellipse">
            <a:avLst/>
          </a:prstGeom>
          <a:solidFill>
            <a:srgbClr val="3BA55C"/>
          </a:solidFill>
          <a:ln/>
        </p:spPr>
      </p:sp>
      <p:pic>
        <p:nvPicPr>
          <p:cNvPr id="24" name="Image 0" descr="ui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2441448"/>
            <a:ext cx="5605272" cy="3227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ASSESSMENT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attack, blocked on-chain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108960" cy="4160520"/>
          </a:xfrm>
          <a:prstGeom prst="roundRect">
            <a:avLst>
              <a:gd name="adj" fmla="val 3235"/>
            </a:avLst>
          </a:prstGeom>
          <a:solidFill>
            <a:srgbClr val="2A2519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attacks rejected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0233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attack is a real signed transaction, blocked by the contract’s require guards — not by trust.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60520" y="1929384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1874520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 marks attendance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“Not a registered student”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60520" y="2505456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6052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450592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— mark a friend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only the signer is credited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60520" y="3081528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026664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Self-enrol (privilege escalation)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“Only admin”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60520" y="3657600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0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90872" y="3602736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session as attacker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“Only a teacher”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60520" y="4233672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1605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90872" y="4178808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Double-marking / replay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“Already marked”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160520" y="4809744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16052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690872" y="4754880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Back-dating after class closes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“Session is closed”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160520" y="5385816"/>
            <a:ext cx="365760" cy="365760"/>
          </a:xfrm>
          <a:prstGeom prst="ellipse">
            <a:avLst/>
          </a:prstGeom>
          <a:solidFill>
            <a:srgbClr val="2233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160520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5330952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/ delete a record</a:t>
            </a:r>
            <a:pPr indent="0" marL="0">
              <a:buNone/>
            </a:pPr>
            <a:r>
              <a:rPr lang="en-US" sz="1350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no such function exists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58952" y="2148840"/>
            <a:ext cx="2395728" cy="246888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24231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UI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9718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interface, built with HTML and ethers.js. Turns clicks into requests.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99816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2148840"/>
            <a:ext cx="2395728" cy="246888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20440" y="24231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718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each action with the user’s private key — this is their identity.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861304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81928" y="2148840"/>
            <a:ext cx="2395728" cy="2468880"/>
          </a:xfrm>
          <a:prstGeom prst="roundRect">
            <a:avLst>
              <a:gd name="adj" fmla="val 4198"/>
            </a:avLst>
          </a:prstGeom>
          <a:solidFill>
            <a:srgbClr val="F6F3EA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81928" y="24231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9718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AttendChain.sol on the EVM. Holds the data and enforces every rule.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22792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43416" y="2148840"/>
            <a:ext cx="2395728" cy="246888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43416" y="24231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Ethereum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9718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network that stores each record permanently.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07492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the interface becomes a signed transaction — the contract enforces the rules, and the chain keeps the proof forever.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CONTRACT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AttendChain.sol — inside the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394960" cy="420624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532888"/>
            <a:ext cx="274320" cy="27432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32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688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— mapping(address → Student{name, roll})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005840" y="3154680"/>
            <a:ext cx="274320" cy="27432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906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— array of Session{course, open, count}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1005840" y="3776472"/>
            <a:ext cx="274320" cy="27432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7124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— per session, per student (one mark)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05840" y="4398264"/>
            <a:ext cx="274320" cy="27432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3425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(deployer), teachers, students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1005840" y="5020056"/>
            <a:ext cx="274320" cy="274320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5020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9560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Modifiers: onlyAdmin, onlyTeacher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2391"/>
            </a:avLst>
          </a:prstGeom>
          <a:solidFill>
            <a:srgbClr val="F6F3EA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2940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4688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C1A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registerStudent()</a:t>
            </a:r>
            <a:endParaRPr lang="en-US" sz="128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7340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a student  · onlyAdmin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090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C1A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createSession()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33558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class  · onlyTeacher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7124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C1A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closeSession()</a:t>
            </a:r>
            <a:endParaRPr lang="en-US" sz="128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977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class  · teacher/admin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629400" y="433425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C1A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markAttendance()</a:t>
            </a:r>
            <a:endParaRPr lang="en-US" sz="128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4599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marks self (msg.sender)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495604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C1A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getAttendees() / isPresent()</a:t>
            </a:r>
            <a:endParaRPr lang="en-US" sz="128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522122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verification (free)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172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emitted for every change: StudentRegistered · SessionCreated · SessionClosed · AttendanceMarked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7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tested, and verified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30704" cy="2194560"/>
          </a:xfrm>
          <a:prstGeom prst="roundRect">
            <a:avLst>
              <a:gd name="adj" fmla="val 4583"/>
            </a:avLst>
          </a:prstGeom>
          <a:solidFill>
            <a:srgbClr val="F6F3EA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82264" y="1965960"/>
            <a:ext cx="2430704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237744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665144" y="32004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attacks blocked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965960"/>
            <a:ext cx="2430704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70168" y="237744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32004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enforced in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75191" y="1965960"/>
            <a:ext cx="2430704" cy="2194560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66631" y="2377440"/>
            <a:ext cx="2247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6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258071" y="3200400"/>
            <a:ext cx="2064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immutable on-chain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26280"/>
            <a:ext cx="10820095" cy="1417320"/>
          </a:xfrm>
          <a:prstGeom prst="roundRect">
            <a:avLst>
              <a:gd name="adj" fmla="val 7097"/>
            </a:avLst>
          </a:prstGeom>
          <a:solidFill>
            <a:srgbClr val="FBF9F3"/>
          </a:solidFill>
          <a:ln w="12700">
            <a:solidFill>
              <a:srgbClr val="E7E0CE"/>
            </a:solidFill>
            <a:prstDash val="solid"/>
          </a:ln>
          <a:effectLst>
            <a:outerShdw sx="100000" sy="100000" kx="0" ky="0" algn="bl" rotWithShape="0" blurRad="127000" dist="38100" dir="5400000">
              <a:srgbClr val="8A7A45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guarantees, enforced by the contract: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20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proxy marking      </a:t>
            </a:r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double-marking      </a:t>
            </a:r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back-dating      </a:t>
            </a:r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tampering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23560"/>
            <a:ext cx="822960" cy="822960"/>
          </a:xfrm>
          <a:prstGeom prst="ellipse">
            <a:avLst/>
          </a:prstGeom>
          <a:ln w="25400">
            <a:solidFill>
              <a:srgbClr val="A67C1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7008" y="5623560"/>
            <a:ext cx="822960" cy="822960"/>
          </a:xfrm>
          <a:prstGeom prst="ellipse">
            <a:avLst/>
          </a:prstGeom>
          <a:ln w="25400">
            <a:solidFill>
              <a:srgbClr val="A67C1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73936" y="5623560"/>
            <a:ext cx="822960" cy="822960"/>
          </a:xfrm>
          <a:prstGeom prst="ellipse">
            <a:avLst/>
          </a:prstGeom>
          <a:ln w="25400">
            <a:solidFill>
              <a:srgbClr val="A67C1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40864" y="5623560"/>
            <a:ext cx="822960" cy="822960"/>
          </a:xfrm>
          <a:prstGeom prst="ellipse">
            <a:avLst/>
          </a:prstGeom>
          <a:ln w="25400">
            <a:solidFill>
              <a:srgbClr val="A67C1A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459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Trustless attendance,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384048" cy="38404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Proxy, double-marking, back-dating and tampering — all prevented on-chain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959352"/>
            <a:ext cx="384048" cy="38404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authority to trust: the rules are the smart contract itself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489704"/>
            <a:ext cx="384048" cy="384048"/>
          </a:xfrm>
          <a:prstGeom prst="ellipse">
            <a:avLst/>
          </a:prstGeom>
          <a:solidFill>
            <a:srgbClr val="C8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4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4622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— Solidity contract, web app, 15 tests, 7/7 security-tested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C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GP_42  ·  A.N. Akarshana  ·  Adeesha M.G.P  ·  Karunarathne S.M.G.S  ·  Sellahewa I.A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github.com/Nimesh-Aka/GP_42-AttendChain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2026-09-30T13:47:02Z</dcterms:created>
  <dcterms:modified xsi:type="dcterms:W3CDTF">2026-09-30T13:47:02Z</dcterms:modified>
</cp:coreProperties>
</file>